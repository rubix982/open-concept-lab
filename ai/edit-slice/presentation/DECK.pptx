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10 minutes. The audience is not a specialist: no term appears before the thing it names. Every claim traces to a record and the id is in these notes, never on the slide, so a question can be answered from the ledger live. Problems 4 and 5 are our own errors — say so plainly; they are what makes the rest credible. Deck is a backstop, not a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slow. The audience needs to believe the tools are legitimate and widely used before the problems land. Do not say ROME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E-016 (the arithmetic), E-017, E-021 (causal: the name position is both sufficient and necessary). E-018: a DIFFERENT person's name gets 8%, so this really is keyed on the subject and not on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E-014 then E-015. 28/42 both arms, paired difference +0.0pp, exact McNemar p=1.000; same city 84% of the time. This is the slide that changes minds — let the control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consequence in §7 of the paper, priced at about a week: re-score one published ripple benchmark with the subject moved later in the sentence. The honest position is that we have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E-026's RCA. The gate matched arms on 'lift on the target', which a logit nudge also achieves. E-028a then measured it: lift spans 0.17 nats across two layers and a 4x budget while real strength spans 5.70. Say plainly that this was our error before it was anyone else's.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T-079 answered DENY. E-028b matched the arms (16x step budget), E-028c found 63% difference at identical delivery, E-028d broke the layer/budget collinearity. 1.22 vs 0.41 nats of reach per nat displaced.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5 of the paper. This is the most credible slide in the deck and the easiest to rush —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argument for the negative results. Do NOT let the two lists blur: a record that mixes elimination with self-inflicted cost earns credit for neither. §5.1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T-086. If there is one thing to take away, it is this slide. The last bullet is the sharpest fact in the project and the easiest to rush.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§7 and §8 of the paper. Ask directly; do not hedge. Silence is also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0000" y="2560000"/>
            <a:ext cx="760000" cy="66000"/>
          </a:xfrm>
          <a:prstGeom prst="rect">
            <a:avLst/>
          </a:prstGeom>
          <a:solidFill>
            <a:srgbClr val="F6A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0000" y="2720000"/>
            <a:ext cx="1067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EAECF4"/>
                </a:solidFill>
                <a:latin typeface="Helvetica Neue"/>
              </a:rPr>
              <a:t>We tried to fix one fact inside an AI</a:t>
            </a:r>
          </a:p>
          <a:p>
            <a:r>
              <a:rPr sz="3800" b="1" i="0">
                <a:solidFill>
                  <a:srgbClr val="7C9CFF"/>
                </a:solidFill>
                <a:latin typeface="Helvetica Neue"/>
              </a:rPr>
              <a:t>and found out what else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4480000"/>
            <a:ext cx="1067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8A93A8"/>
                </a:solidFill>
                <a:latin typeface="Helvetica Neue"/>
              </a:rPr>
              <a:t>edit-slice · what we found · 2026-09-21 · Saif Ul Islam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§1 · THE SETUP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Fixing one fact inside an AI, without retraining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02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2216727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An AI has learned millions of facts. Some are wrong, or go out of date.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Retraining the whole thing costs a fortune — so people built tools that reach in and change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just that one fact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These tools are widely used and they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work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by the measure the field uses.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Our question is the one underneath: when you fix one fact, </a:t>
            </a:r>
            <a:r>
              <a:rPr sz="1800" b="1" i="0">
                <a:solidFill>
                  <a:srgbClr val="F6A96B"/>
                </a:solidFill>
                <a:latin typeface="Helvetica Neue"/>
              </a:rPr>
              <a:t>what else moves?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It doesn't fix a fact. It smears over a name.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03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332509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We changed which country one person was born in.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Afterwards the AI also answered differently about their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job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their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language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their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citizenship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things we never touched.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 pattern: anything you ask that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starts with that person's name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gets hit.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Think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find-and-replace on a name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when you meant to correct one sentence.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And not partially — at </a:t>
            </a:r>
            <a:r>
              <a:rPr sz="1600" b="1" i="0">
                <a:solidFill>
                  <a:srgbClr val="EAECF4"/>
                </a:solidFill>
                <a:latin typeface="Helvetica Neue"/>
              </a:rPr>
              <a:t>full strength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, every time. It falls out of the arithmetic the tool uses, so it is not a glitch that better tuning fixes.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What looks like the AI reasoning is the AI being overwritten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04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4433454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We changed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country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someone was born in. Then asked for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city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 AI named a city in the new country.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That looks like thinking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as if it worked out that a new country means a new city.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So we tried something that should NOT work: we changed where the person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works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instead. Where you work says nothing about where you were born.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The AI moved their birth city anyway. Same rate. Usually the same city.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Nothing was being figured out. The name got painted over and everything hanging off it came along.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The tests used to check this may be graded on the glitch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05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5541818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 standard way to check whether a fix 'spread sensibly' is to ask follow-up questions.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Almost all of those questions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start with the person's name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But that is exactly the case that breaks — the one that gets the fix at full strength automatically.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So a test may be measuring the glitch and </a:t>
            </a:r>
            <a:r>
              <a:rPr sz="1800" b="1" i="0">
                <a:solidFill>
                  <a:srgbClr val="F6A96B"/>
                </a:solidFill>
                <a:latin typeface="Helvetica Neue"/>
              </a:rPr>
              <a:t>scoring it as intelligence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Nobody did this on purpose. It is just how the questions happen to be worded. We cannot yet say how much of it is affected — and that is the thing we would most like someone to check.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The standard 'did it work?' check is too easy to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06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6650181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 usual check asks only: does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new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answer now beat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old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one?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 fix can pass that while barely changing what the AI actually believes.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We know because we fell for it ourselves.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We built a safety check on that idea, it gave us a green light, and it was worthless.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We had to throw out a result and redo the work three times to get it honestly.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Our own best idea was wrong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07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7758545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We could measure exactly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how much of a fix arrives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at any given question — cheaply, without running the damaged AI.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That looked like a way to predict harm before paying for it.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It does not predict harm.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Same amount arriving,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three times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the damage, depending only on where in the AI you make the change.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We checked this four separate ways before believing it, because it cost us the most attractive thing we had.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610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§3 · THE 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Twelve claims. Nine withdrawn or narrowed.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08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8866909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Most of what we learned is what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does not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work.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Every withdrawn claim is published with what killed it — including the ones we withdrew after writing them up.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The one that survived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is small and solid: an arithmetic reason why these fixes reach everything sharing a name.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The full record is online — every decision, every dead end, every run log. Most of it went nowhere. That is the point of publishing the list rather than the highlights.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794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§3 · THE BOUNDARY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What the failures rule out — and what is left 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9975272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Most of this is things that did not work. That counts for something only if we separate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what is ruled out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from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what we simply got wrong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Ruled out, for anyone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you cannot tell how much damage an edit does from how much of it arrives; an edit does not blur everything about a person equally; the standard 'did it work' score is not hiding anything.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Just our mistakes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a safety check on the wrong quantity, a test that could not detect its own target, a file that reported half a run as whole. In the record because they are why the rest can be trusted. Not findings.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Put the eliminations together and a boundary falls out — the clearest thing this project knows.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794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§3 · THE BOUNDARY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We can say WHICH facts an edit touches. Not how hard.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11083636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2650000"/>
            <a:ext cx="1067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EAECF4"/>
                </a:solidFill>
                <a:latin typeface="Helvetica Neue"/>
              </a:rPr>
              <a:t>which — yes.   how hard —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WHICH is settled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cheaply, exactly, at every size from 6B to 405B. And the probe hit hardest is the one whose answer is the same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kind of thing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as what was injected. Six cases out of six.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HOW HARD is open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nothing we have predicts it. The two best candidates explain about a fifth of the variation each.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And the measurement this whole project is built on cannot help: it has </a:t>
            </a:r>
            <a:r>
              <a:rPr sz="1600" b="1" i="0">
                <a:solidFill>
                  <a:srgbClr val="EAECF4"/>
                </a:solidFill>
                <a:latin typeface="Helvetica Neue"/>
              </a:rPr>
              <a:t>exactly the same value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 for every probe whose outcome differs. Zero variance where the answer varies most.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That is a real boundary, it came entirely from things not working, and the question past it is the one I would most like help with.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702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§4 · WHAT I WANT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Three things I cannot decide from inside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11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Is the main result already known?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It is a line of arithmetic. Practitioners may simply assume it, and 'we could not find it stated' is the weakest form of a novelty claim.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Is the benchmark consequence worth a week?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Re-scoring one published test with the names moved is the only thing here that changes what others do.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Is a small, careful result publishable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or does this need the scale work it currently refuses to do?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Nine open questions are written up with what each would settle and what it costs. Which is worth a month is the judgement I would most like contradicted.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